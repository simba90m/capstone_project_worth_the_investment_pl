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-2377440"/>
            <a:ext cx="6858000" cy="6858000"/>
          </a:xfrm>
          <a:prstGeom prst="ellipse">
            <a:avLst/>
          </a:prstGeom>
          <a:solidFill>
            <a:srgbClr val="22336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114800"/>
            <a:ext cx="5029200" cy="5029200"/>
          </a:xfrm>
          <a:prstGeom prst="ellipse">
            <a:avLst/>
          </a:prstGeom>
          <a:solidFill>
            <a:srgbClr val="16264D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10048" y="731520"/>
            <a:ext cx="1371600" cy="13716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9232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33172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Dashboards, Story &amp; Presentation Prep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914400" y="324612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Player Value and Injury Risk Project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272888" y="3977640"/>
            <a:ext cx="164592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1605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Production, Output Visualisations, and the Story Concept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4498848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24, 2026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59893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5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Mahmoud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Update Fits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is done. This week the results move into live dashboards and a story stakeholders can see.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439" y="2615184"/>
            <a:ext cx="804672" cy="804672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560" y="2808305"/>
            <a:ext cx="418429" cy="4184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3192" y="3566160"/>
            <a:ext cx="18551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Kickoff and Planning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93192" y="4224528"/>
            <a:ext cx="1855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197" y="2907792"/>
            <a:ext cx="274320" cy="21945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828468" y="2615184"/>
            <a:ext cx="804672" cy="804672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589" y="2808305"/>
            <a:ext cx="418429" cy="41842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303221" y="3566160"/>
            <a:ext cx="18551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Retrieval and Wrangling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2303221" y="4224528"/>
            <a:ext cx="1855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1226" y="2907792"/>
            <a:ext cx="274320" cy="219456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738497" y="2615184"/>
            <a:ext cx="804672" cy="804672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1618" y="2808305"/>
            <a:ext cx="418429" cy="41842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213250" y="3566160"/>
            <a:ext cx="18551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Analysis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4213250" y="4224528"/>
            <a:ext cx="1855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1256" y="2907792"/>
            <a:ext cx="274320" cy="219456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648526" y="2615184"/>
            <a:ext cx="804672" cy="804672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1647" y="2808305"/>
            <a:ext cx="418429" cy="418429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123280" y="3566160"/>
            <a:ext cx="18551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 and Hypothesis Testing</a:t>
            </a:r>
            <a:endParaRPr lang="en-US" sz="1150" dirty="0"/>
          </a:p>
        </p:txBody>
      </p:sp>
      <p:sp>
        <p:nvSpPr>
          <p:cNvPr id="22" name="Text 13"/>
          <p:cNvSpPr/>
          <p:nvPr/>
        </p:nvSpPr>
        <p:spPr>
          <a:xfrm>
            <a:off x="6123280" y="4224528"/>
            <a:ext cx="1855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1285" y="2907792"/>
            <a:ext cx="274320" cy="219456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8558555" y="2615184"/>
            <a:ext cx="804672" cy="80467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1677" y="2808305"/>
            <a:ext cx="418429" cy="418429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8033309" y="3566160"/>
            <a:ext cx="18551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 and Presentation</a:t>
            </a:r>
            <a:endParaRPr lang="en-US" sz="1150" dirty="0"/>
          </a:p>
        </p:txBody>
      </p:sp>
      <p:sp>
        <p:nvSpPr>
          <p:cNvPr id="27" name="Text 16"/>
          <p:cNvSpPr/>
          <p:nvPr/>
        </p:nvSpPr>
        <p:spPr>
          <a:xfrm>
            <a:off x="8033309" y="4224528"/>
            <a:ext cx="1855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C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9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1314" y="2907792"/>
            <a:ext cx="274320" cy="219456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10468585" y="2615184"/>
            <a:ext cx="804672" cy="804672"/>
          </a:xfrm>
          <a:prstGeom prst="ellipse">
            <a:avLst/>
          </a:prstGeom>
          <a:solidFill>
            <a:srgbClr val="C7CEDE"/>
          </a:solidFill>
          <a:ln/>
        </p:spPr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1706" y="2808305"/>
            <a:ext cx="418429" cy="418429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9943338" y="3566160"/>
            <a:ext cx="18551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Capstone Presentation</a:t>
            </a:r>
            <a:endParaRPr lang="en-US" sz="1150" dirty="0"/>
          </a:p>
        </p:txBody>
      </p:sp>
      <p:sp>
        <p:nvSpPr>
          <p:cNvPr id="32" name="Text 19"/>
          <p:cNvSpPr/>
          <p:nvPr/>
        </p:nvSpPr>
        <p:spPr>
          <a:xfrm>
            <a:off x="9943338" y="4224528"/>
            <a:ext cx="1855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00" dirty="0"/>
          </a:p>
        </p:txBody>
      </p:sp>
      <p:sp>
        <p:nvSpPr>
          <p:cNvPr id="33" name="Shape 20"/>
          <p:cNvSpPr/>
          <p:nvPr/>
        </p:nvSpPr>
        <p:spPr>
          <a:xfrm>
            <a:off x="640080" y="534924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34" name="Text 21"/>
          <p:cNvSpPr/>
          <p:nvPr/>
        </p:nvSpPr>
        <p:spPr>
          <a:xfrm>
            <a:off x="914400" y="534924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week's two tested angles are locked in. This week: production, dashboards, and the story that ties them together.</a:t>
            </a:r>
            <a:endParaRPr lang="en-US" sz="1250" dirty="0"/>
          </a:p>
        </p:txBody>
      </p:sp>
      <p:sp>
        <p:nvSpPr>
          <p:cNvPr id="35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36" name="Text 23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194560"/>
            <a:ext cx="5943600" cy="5943600"/>
          </a:xfrm>
          <a:prstGeom prst="ellipse">
            <a:avLst/>
          </a:prstGeom>
          <a:solidFill>
            <a:srgbClr val="16264D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Asked, Here's What Changed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came up live in last week's meeting. Here's exactly what happened with each one.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911535" cy="1152144"/>
          </a:xfrm>
          <a:prstGeom prst="roundRect">
            <a:avLst>
              <a:gd name="adj" fmla="val 7937"/>
            </a:avLst>
          </a:prstGeom>
          <a:solidFill>
            <a:srgbClr val="16264D"/>
          </a:solidFill>
          <a:ln/>
        </p:spPr>
      </p:sp>
      <p:sp>
        <p:nvSpPr>
          <p:cNvPr id="7" name="Shape 5"/>
          <p:cNvSpPr/>
          <p:nvPr/>
        </p:nvSpPr>
        <p:spPr>
          <a:xfrm>
            <a:off x="1028700" y="2244852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238" y="2431390"/>
            <a:ext cx="404165" cy="4041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21854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965960" y="2441448"/>
            <a:ext cx="9357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“Three bars at exactly 0.00%, is that a bug?”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965960" y="2752344"/>
            <a:ext cx="9357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Many valuation snapshots simply repeat the last known value between updates. That's now explained directly on the slide, not just said out loud.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3355848"/>
            <a:ext cx="10911535" cy="1152144"/>
          </a:xfrm>
          <a:prstGeom prst="roundRect">
            <a:avLst>
              <a:gd name="adj" fmla="val 7937"/>
            </a:avLst>
          </a:prstGeom>
          <a:solidFill>
            <a:srgbClr val="16264D"/>
          </a:solidFill>
          <a:ln/>
        </p:spPr>
      </p:sp>
      <p:sp>
        <p:nvSpPr>
          <p:cNvPr id="13" name="Shape 10"/>
          <p:cNvSpPr/>
          <p:nvPr/>
        </p:nvSpPr>
        <p:spPr>
          <a:xfrm>
            <a:off x="1028700" y="354330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238" y="3729838"/>
            <a:ext cx="404165" cy="40416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65960" y="3483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965960" y="3739896"/>
            <a:ext cx="9357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do the chart numbers actually measure?”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1965960" y="4050792"/>
            <a:ext cx="9357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and a plain definition of a “90” (one full match played) now sit directly on the slides where they were missing, not left to be explained live.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" y="4654296"/>
            <a:ext cx="10911535" cy="1152144"/>
          </a:xfrm>
          <a:prstGeom prst="roundRect">
            <a:avLst>
              <a:gd name="adj" fmla="val 7937"/>
            </a:avLst>
          </a:prstGeom>
          <a:solidFill>
            <a:srgbClr val="16264D"/>
          </a:solidFill>
          <a:ln/>
        </p:spPr>
      </p:sp>
      <p:sp>
        <p:nvSpPr>
          <p:cNvPr id="19" name="Shape 15"/>
          <p:cNvSpPr/>
          <p:nvPr/>
        </p:nvSpPr>
        <p:spPr>
          <a:xfrm>
            <a:off x="1028700" y="4841748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238" y="5028286"/>
            <a:ext cx="404165" cy="40416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65960" y="4782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1965960" y="5038344"/>
            <a:ext cx="9357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“Just group it into prior injury vs. no prior injury.”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1965960" y="5349240"/>
            <a:ext cx="9357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Agreed, it matches the finding itself. Reworking the four recency buckets into two clean groups, landing before today's meeting.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Week: Production &amp; Output Visualisations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both tested angles out of notebooks and into something stakeholders can click through themselves.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69468" y="1874520"/>
            <a:ext cx="5120640" cy="3246120"/>
          </a:xfrm>
          <a:prstGeom prst="roundRect">
            <a:avLst>
              <a:gd name="adj" fmla="val 3380"/>
            </a:avLst>
          </a:prstGeom>
          <a:solidFill>
            <a:srgbClr val="0F1B3D"/>
          </a:solidFill>
          <a:ln/>
        </p:spPr>
      </p:sp>
      <p:sp>
        <p:nvSpPr>
          <p:cNvPr id="5" name="Shape 3"/>
          <p:cNvSpPr/>
          <p:nvPr/>
        </p:nvSpPr>
        <p:spPr>
          <a:xfrm>
            <a:off x="2849728" y="2171700"/>
            <a:ext cx="960120" cy="9601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0156" y="240212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3788" y="3291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226668" y="37947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injury history and age-risk, both tested and locked last week, out of standalone notebooks and into the live dbt pipeline that feeds the dashboards directly.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1588" y="1874520"/>
            <a:ext cx="5120640" cy="3246120"/>
          </a:xfrm>
          <a:prstGeom prst="roundRect">
            <a:avLst>
              <a:gd name="adj" fmla="val 3380"/>
            </a:avLst>
          </a:prstGeom>
          <a:solidFill>
            <a:srgbClr val="16264D"/>
          </a:solidFill>
          <a:ln/>
        </p:spPr>
      </p:sp>
      <p:sp>
        <p:nvSpPr>
          <p:cNvPr id="10" name="Shape 7"/>
          <p:cNvSpPr/>
          <p:nvPr/>
        </p:nvSpPr>
        <p:spPr>
          <a:xfrm>
            <a:off x="8381848" y="2171700"/>
            <a:ext cx="960120" cy="9601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2276" y="2402129"/>
            <a:ext cx="499262" cy="499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75908" y="3291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Visualisations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758788" y="37947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out the full Tableau workbook beyond last week's single teaser screenshot, one dashboard view per tested angle, cross-filterable.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534924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FCF1DC"/>
          </a:solidFill>
          <a:ln w="12700">
            <a:solidFill>
              <a:srgbClr val="E8CE9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5458968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" y="5612587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5349240"/>
            <a:ext cx="9814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in progress this week. Nothing here is final yet, this is what's being built toward Thursday's walkthrough.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Week: The Story Concept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findings, one narrative arc for the final capstone presentation.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11535" cy="1188720"/>
          </a:xfrm>
          <a:prstGeom prst="roundRect">
            <a:avLst>
              <a:gd name="adj" fmla="val 7692"/>
            </a:avLst>
          </a:prstGeom>
          <a:solidFill>
            <a:srgbClr val="0F1B3D"/>
          </a:solidFill>
          <a:ln/>
        </p:spPr>
      </p:sp>
      <p:sp>
        <p:nvSpPr>
          <p:cNvPr id="5" name="Shape 3"/>
          <p:cNvSpPr/>
          <p:nvPr/>
        </p:nvSpPr>
        <p:spPr>
          <a:xfrm>
            <a:off x="982980" y="1988820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463" y="219730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965960"/>
            <a:ext cx="93570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arc: injury history as the recruitment lens, age as the risk lens, and the forecast stress-test as the honesty check, one connected story instead of three separate findings.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2308" y="342900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58188" y="363474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725" y="382127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0908" y="4526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 Lens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06628" y="48920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injury history, not its recency, flattens value growth.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81348" y="342900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707228" y="363474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765" y="3821278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09948" y="4526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Lens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655668" y="48920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predicts injury risk cleanly. It doesn't predict value growth.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130388" y="342900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456268" y="363474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2805" y="3821278"/>
            <a:ext cx="404165" cy="40416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58988" y="4526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Honesty Check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404708" y="48920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alone underperforms a coin flip, which is why the other two angles matter.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Ahead: Presentation Design &amp; Format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thinking, not commitments yet, on the final capstone deck itself.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69468" y="1783080"/>
            <a:ext cx="5120640" cy="3063240"/>
          </a:xfrm>
          <a:prstGeom prst="roundRect">
            <a:avLst>
              <a:gd name="adj" fmla="val 3582"/>
            </a:avLst>
          </a:prstGeom>
          <a:solidFill>
            <a:srgbClr val="0F1B3D"/>
          </a:solidFill>
          <a:ln/>
        </p:spPr>
      </p:sp>
      <p:sp>
        <p:nvSpPr>
          <p:cNvPr id="5" name="Shape 3"/>
          <p:cNvSpPr/>
          <p:nvPr/>
        </p:nvSpPr>
        <p:spPr>
          <a:xfrm>
            <a:off x="2872588" y="201168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2044" y="223113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3788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- Design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35228" y="347472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same navy and gold system running from these weekly updates through to the final deck, so the story feels continuous, not like a different project on the big day.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1588" y="1783080"/>
            <a:ext cx="5120640" cy="3063240"/>
          </a:xfrm>
          <a:prstGeom prst="roundRect">
            <a:avLst>
              <a:gd name="adj" fmla="val 3582"/>
            </a:avLst>
          </a:prstGeom>
          <a:solidFill>
            <a:srgbClr val="16264D"/>
          </a:solidFill>
          <a:ln/>
        </p:spPr>
      </p:sp>
      <p:sp>
        <p:nvSpPr>
          <p:cNvPr id="10" name="Shape 7"/>
          <p:cNvSpPr/>
          <p:nvPr/>
        </p:nvSpPr>
        <p:spPr>
          <a:xfrm>
            <a:off x="8404708" y="201168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164" y="223113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75908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- Format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67348" y="347472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how much of the 29th is live Tableau versus slides, and where the honest caveats and limits get their own moment, not just a footnote.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512064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0120" y="523494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" y="538855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5120640"/>
            <a:ext cx="9677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land right after this week's dashboard work, ahead of speech practice on the 26th and tech check on the 28th.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-2377440"/>
            <a:ext cx="6858000" cy="6858000"/>
          </a:xfrm>
          <a:prstGeom prst="ellipse">
            <a:avLst/>
          </a:prstGeom>
          <a:solidFill>
            <a:srgbClr val="22336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Update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Design &amp; Format, Finalized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practice starts the 26th. Tech check the 28th. Final Capstone Presentation: September 29, 2026.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72888" y="2651760"/>
            <a:ext cx="164592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24348" y="2994660"/>
            <a:ext cx="1143000" cy="11430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8668" y="326898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38912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914400" y="50749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feedback are welcome.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2026-09-17T09:21:33Z</dcterms:created>
  <dcterms:modified xsi:type="dcterms:W3CDTF">2026-09-17T09:21:33Z</dcterms:modified>
</cp:coreProperties>
</file>